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786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840480"/>
            <a:ext cx="96012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高槻市との食品ロス削減連携に関するご提案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高槻発スタートアップ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GREETING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はじめに｜地元・高槻からのご挨拶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3840480"/>
          </a:xfrm>
          <a:prstGeom prst="roundRect">
            <a:avLst>
              <a:gd name="adj" fmla="val 3571"/>
            </a:avLst>
          </a:prstGeom>
          <a:solidFill>
            <a:srgbClr val="E8ECF7"/>
          </a:solidFill>
          <a:ln w="12700">
            <a:solidFill>
              <a:srgbClr val="E8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68880"/>
            <a:ext cx="10149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</a:rPr>
              <a:t>私たちは、大阪府高槻市を拠点に活動する学生チームです。
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</a:rPr>
              <a:t>食品ロス削減アプリ「おすそわけ」を開発・運営し、2026年7月1日に
高槻市から正式リリースいたします。
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</a:rPr>
              <a:t>高槻市が新たな一般廃棄物処理基本計画で掲げる
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E8786C"/>
                </a:solidFill>
              </a:rPr>
              <a:t>「先進的なアプリ・プラットフォームの活用」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</a:rPr>
              <a:t>に、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B2B"/>
                </a:solidFill>
              </a:rPr>
              <a:t>地元発の私たちがお力添えできればと考え、本日お時間を頂戴しました。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TIMING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高槻市の新計画と、私たちの取り組みが重なりました。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 一般廃棄物処理基本計画（策定中・2025年12月パブリックコメント予定）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「事業系食品ロス対策として、先進的なアプリ・プラットフォームの活用を検討」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86C"/>
                </a:solidFill>
              </a:rPr>
              <a:t>↓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80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そのアプリが、地元高槻で、もう動いています。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市の「検討」を「実行」に変える、具体的な選択肢としてご提案いたします。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IS 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おすそわけは、こんなサービスです。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2377440"/>
          </a:xfrm>
          <a:prstGeom prst="roundRect">
            <a:avLst>
              <a:gd name="adj" fmla="val 7692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お店の売れ残りを、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お客様がお得に購入できるアプリ。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7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83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🏪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3736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5440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廃棄ロスを削減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484632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78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983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57784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5440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お得に購入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484632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78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4983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41832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18320" y="5440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CO2削減・SDGs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高槻市の食品ロス、3つの現状。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657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81.1%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市民の認知度は高い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しかし「実際の取組」に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つながっていないのが課題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566160" cy="3657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E878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4688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横ばい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家庭系食品ロス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44805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事業系は減少傾向だが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家庭系は減っていない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566160" cy="3657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4688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41248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2030年度の目標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44805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削減の取組を2項目以上行う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市民を9割に引き上げる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出典：高槻市廃棄物減量等推進審議会（令和7年度）資料より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PERFECT FIT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高槻市の課題に、おすそわけが応えます。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762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高槻市の課題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「アプリ・プラットフォーム活用を検討」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0720" y="21031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535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1762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おすそわけの解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そのアプリが、地元発でもう存在します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821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高槻市の課題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認知度81%だが「実際の取組」が課題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60720" y="31089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535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1821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おすそわけの解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3429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アプリは市民の「行動」を直接促します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87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高槻市の課題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家庭系食品ロスが横ばい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60720" y="41148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535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00800" y="41148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187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おすそわけの解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4434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市民がアプリで買う＝家庭の食を救済に転換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93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高槻市の課題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5440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事業系の具体施策を強化したい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760720" y="51206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535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6400800" y="51206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E8F5E5"/>
          </a:solidFill>
          <a:ln w="12700">
            <a:solidFill>
              <a:srgbClr val="3FA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5193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おすそわけの解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店舗の廃棄を直接削減・売上にも貢献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使い方は、3ステップ。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🔍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お店を探す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近くの加盟店の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余り物をチェック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🛒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38912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購入する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特別価格でアプリから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簡単に購入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🥖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受け取る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4937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指定時間にお店へ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ピックアップ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店舗様のリスクは、ゼロ。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3FA5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初期費用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3FA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¥0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38912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月額固定費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219456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8100">
            <a:solidFill>
              <a:srgbClr val="E878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25%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8229600" y="4389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売れた分だけ手数料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売れ残っても費用は発生しません｜だから市内の小さなお店も安心して参加できます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高槻で、もう動いています。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0312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提携契約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9店 締結済み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0312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ベーカリー・飲食・スイーツ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🏪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77240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高槻エリア把握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2743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50店超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7240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営業中31店・契約交渉中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0312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正式リリース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7月1日(水)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10312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 Store審査通過済み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👥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777240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8名体制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77240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関大・立命・龍谷の合同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北摂は、まだ「空白地帯」です。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大手アプリ（TABETE等）の自治体連携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</a:rPr>
              <a:t>大阪市（2020年）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</a:rPr>
              <a:t>堺市・岸和田市（連携済み）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</a:rPr>
              <a:t>京都市（2025年）・尼崎市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786C"/>
                </a:solidFill>
              </a:rPr>
              <a:t>→ 高槻・吹田・茨木・摂津の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786C"/>
                </a:solidFill>
              </a:rPr>
              <a:t>　 北摂エリアは未連携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8F5E5"/>
          </a:solidFill>
          <a:ln w="25400">
            <a:solidFill>
              <a:srgbClr val="3FA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高槻市が先行する意義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</a:rPr>
              <a:t>✓ 北摂初の食品ロスアプリ連携自治体に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</a:rPr>
              <a:t>✓ 地元発スタートアップとの連携という
　 全国でも珍しいPRストーリー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</a:rPr>
              <a:t>✓ 関西大学×高槻市の地域連携モデル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先進的な事例として、高槻市が北摂をリードする絶好のタイミングです。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PARTNERSHIP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高槻市との連携で、できること。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10312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食品ロス削減レポート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2880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市内の削減量を定期的にレポート。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計画の進捗・効果の可視化に。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68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🏪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77240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市内事業者の支援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0" y="2880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廃棄に困る地元店舗の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販売チャネル・サポート窓口に。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🎓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103120" y="4434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関西大学との地域連携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4892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千里山キャンパスを起点に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学生×行政の協働モデルを構築。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8F5E5"/>
          </a:solidFill>
          <a:ln w="12700">
            <a:solidFill>
              <a:srgbClr val="E8F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480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🌱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772400" y="4434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計画目標への貢献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4892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「2項目以上の取組90%」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達成に向けた具体的施策に。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他自治体でも、官民連携が進んでいます。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8ECF7"/>
          </a:solidFill>
          <a:ln w="12700">
            <a:solidFill>
              <a:srgbClr val="E8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食品ロス削減アプリ × 自治体の連携協定 事例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大阪市（2020年）／京都市（2025年）／世田谷区（2026年）／宇都宮市・一宮市・佐久市 など多数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連携協定で一般的に行われること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535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市の広報媒体（HP・SNS・広報誌）でのサービス周知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535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4800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市内事業者・市民向けの食品ロス削減セミナー共催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535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5303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市の食品ロス削減施策との連動・データ連携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806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535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5806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市民への利用促進（モニター・キャンペーン等）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おすそわけに。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地元・高槻から、誰もが食品ロス削減に参加できる社会へ。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REQUEST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高槻市へ、3つのご相談。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2194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市の食品ロス削減施策との連携可能性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策定中の基本計画における具体的施策として、ご検討いただけませんか。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3383280"/>
            <a:ext cx="96012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5661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3566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市の広報媒体での周知のご協力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03120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市HP・SNS・広報誌等で市民の皆様にサービスをお知らせいただけませんか。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4754880"/>
            <a:ext cx="96012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937760"/>
            <a:ext cx="1097280" cy="1097280"/>
          </a:xfrm>
          <a:prstGeom prst="ellipse">
            <a:avLst/>
          </a:prstGeom>
          <a:solidFill>
            <a:srgbClr val="E8786C"/>
          </a:solidFill>
          <a:ln w="12700">
            <a:solidFill>
              <a:srgbClr val="E878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37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03120" y="4937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資源循環推進課様との実務的なご相談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03120" y="5486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今後の進め方について、ご担当部署と具体的にお話しさせていただけませんか。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地元・高槻から、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食品ロスのない街をつくりたい。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13716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本日はお時間をいただき、誠にありがとうございました。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ぜひ、高槻市の皆様と一緒に取り組ませてください。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3108960"/>
          </a:xfrm>
          <a:prstGeom prst="roundRect">
            <a:avLst>
              <a:gd name="adj" fmla="val 4412"/>
            </a:avLst>
          </a:prstGeom>
          <a:solidFill>
            <a:srgbClr val="E8ECF7"/>
          </a:solidFill>
          <a:ln w="12700">
            <a:solidFill>
              <a:srgbClr val="E8E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おすそわけプロジェクト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関西大学・立命館大学・龍谷大学の有志による合同チーム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副代表 梅本 幸汰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📧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hello.osusowake@gmail.com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📱 電話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080-1486-0699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🌐 Web版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osusowakejapan.org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📷 Instagram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754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@osusowake_official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𝕏 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@Osusowake_offi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おすそわけ 高槻市連携提案</dc:title>
  <dc:subject>PptxGenJS Presentation</dc:subject>
  <dc:creator>おすそわけプロジェクト</dc:creator>
  <cp:lastModifiedBy>おすそわけプロジェクト</cp:lastModifiedBy>
  <cp:revision>1</cp:revision>
  <dcterms:created xsi:type="dcterms:W3CDTF">2026-05-30T05:36:39Z</dcterms:created>
  <dcterms:modified xsi:type="dcterms:W3CDTF">2026-05-30T05:36:39Z</dcterms:modified>
</cp:coreProperties>
</file>