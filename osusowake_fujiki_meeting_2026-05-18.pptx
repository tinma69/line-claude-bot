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FA53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2026.05.18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高槻発スタートアップ｜藤木えいすけ先生 面談資料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本日お話しさせていただくこと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おすそわけの取り組み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ミッション・解決する課題・サービス概要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78992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高槻での実績と進捗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営業状況・チーム体制・ローンチ予定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1078992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3566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吹田市への展開ビジョン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566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北摂2市同時連携の構想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078992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348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4434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藤木先生へのお願い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4434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市役所・商工会議所のご紹介について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078992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303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5303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先生へのお返し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5303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継続的にご支援いただける関係性の構築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MISSION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914400" cy="54864"/>
          </a:xfrm>
          <a:prstGeom prst="rect">
            <a:avLst/>
          </a:prstGeom>
          <a:solidFill>
            <a:srgbClr val="E8786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おすそわけに。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お店の売れ残りを、お得に・おいしく・地球に優しく。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731520" cy="731520"/>
          </a:xfrm>
          <a:prstGeom prst="ellipse">
            <a:avLst/>
          </a:prstGeom>
          <a:solidFill>
            <a:srgbClr val="FFF1E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486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🥖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5577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美味しい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0" y="5486400"/>
            <a:ext cx="731520" cy="731520"/>
          </a:xfrm>
          <a:prstGeom prst="ellipse">
            <a:avLst/>
          </a:prstGeom>
          <a:solidFill>
            <a:srgbClr val="FFF1E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5486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0" y="5577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お得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0" y="5486400"/>
            <a:ext cx="731520" cy="731520"/>
          </a:xfrm>
          <a:prstGeom prst="ellipse">
            <a:avLst/>
          </a:prstGeom>
          <a:solidFill>
            <a:srgbClr val="FFF1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5486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5577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地球に優しい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PROBLEM #1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日本の食品ロス、年間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472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6400800" y="3200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万トン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5303520"/>
            <a:ext cx="10972800" cy="54864"/>
          </a:xfrm>
          <a:prstGeom prst="rect">
            <a:avLst/>
          </a:prstGeom>
          <a:solidFill>
            <a:srgbClr val="E8786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国民1人あたり、毎日お茶碗1杯分のご飯を捨てている計算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出典：環境省・農林水産省（令和3年度推計）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PROBLEM #2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そして、北摂エリアでも。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 9,300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トン / 年（推計）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市民一人あたり 約26kg / 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人口 約35万人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945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 9,800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トン / 年（推計）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市民一人あたり 約26kg / 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5212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人口 約38万人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全国平均値（国民1人あたり約26kg/年）を市の人口に乗じた概算値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使い方は超シンプル、3ステップ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🔍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お店を探す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近くの加盟店の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余り物をチェック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912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🛒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38912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購入する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特別価格でアプリから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簡単に購入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🥖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22960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受け取る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指定時間にお店へ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ピックアップ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お店リスクゼロの仕組み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3FA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初期費用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3FA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38912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月額固定費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E878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25%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822960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売れた分だけ手数料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Stripe決済（クレジットカード業界最高水準のセキュリティ）｜売れ残っても費用は発生しません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三方良しの構造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🏪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廃棄ロス削減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新規顧客獲得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ブランド向上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194560"/>
            <a:ext cx="3566160" cy="64008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👤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457200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お得に購入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食品ロス削減に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参加できる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194560"/>
            <a:ext cx="35661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地域・地球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🌍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841248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CO2削減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地域経済活性化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SDGs達成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高槻で、もう動いています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0312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提携契約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9店 締結済み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ベーカリー・飲食・スイーツ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🏪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77240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高槻エリア把握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50店超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営業中31店・契約交渉中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📧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10312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本社アプローチ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複数社 接触中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0312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地元チェーン含む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777240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正式リリース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7月1日(水)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77240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 Store審査通過済み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関西3大学合同・8名体制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E8786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 勇飛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CEO / 代表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関西大学｜事業統括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377440"/>
            <a:ext cx="640080" cy="640080"/>
          </a:xfrm>
          <a:prstGeom prst="ellipse">
            <a:avLst/>
          </a:prstGeom>
          <a:solidFill>
            <a:srgbClr val="E8786C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976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梅本 幸汰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COO / 副代表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関西大学｜営業・運営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377440"/>
            <a:ext cx="640080" cy="640080"/>
          </a:xfrm>
          <a:prstGeom prst="ellipse">
            <a:avLst/>
          </a:prstGeom>
          <a:solidFill>
            <a:srgbClr val="E8786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吉澤 駿佑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関西大学｜店舗開拓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21945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2377440"/>
            <a:ext cx="640080" cy="640080"/>
          </a:xfrm>
          <a:prstGeom prst="ellipse">
            <a:avLst/>
          </a:prstGeom>
          <a:solidFill>
            <a:srgbClr val="E8786C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竹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96696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竹倉 己博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6696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3544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立命館大学｜現場リード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297680"/>
            <a:ext cx="640080" cy="640080"/>
          </a:xfrm>
          <a:prstGeom prst="ellipse">
            <a:avLst/>
          </a:prstGeom>
          <a:solidFill>
            <a:srgbClr val="E8786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63040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関本 達也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5166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龍谷大学｜開発兼任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4114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4297680"/>
            <a:ext cx="640080" cy="640080"/>
          </a:xfrm>
          <a:prstGeom prst="ellipse">
            <a:avLst/>
          </a:prstGeom>
          <a:solidFill>
            <a:srgbClr val="E8786C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297680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今井 蒼空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9768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566160" y="5166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龍谷大学｜SNS・DM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114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4297680"/>
            <a:ext cx="640080" cy="640080"/>
          </a:xfrm>
          <a:prstGeom prst="ellipse">
            <a:avLst/>
          </a:prstGeom>
          <a:solidFill>
            <a:srgbClr val="E8786C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岡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132320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岡本 悠希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3232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5166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龍谷大学｜店舗開拓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52560" y="4114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35440" y="4297680"/>
            <a:ext cx="640080" cy="640080"/>
          </a:xfrm>
          <a:prstGeom prst="ellipse">
            <a:avLst/>
          </a:prstGeom>
          <a:solidFill>
            <a:srgbClr val="E8786C"/>
          </a:solidFill>
          <a:ln/>
        </p:spPr>
      </p:sp>
      <p:sp>
        <p:nvSpPr>
          <p:cNvPr id="48" name="Text 46"/>
          <p:cNvSpPr/>
          <p:nvPr/>
        </p:nvSpPr>
        <p:spPr>
          <a:xfrm>
            <a:off x="92354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谷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966960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谷川 碧唯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96696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235440" y="5166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龍谷大学｜店舗開拓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関西大学・立命館大学・龍谷大学の同年代が集まった合同チーム。卒業後も事業として継続予定。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SALES CHANNEL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6つのチャネルで、店舗獲得を加速。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4028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🚶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訪問営業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高槻のパン屋・飲食店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50店超把握 / 31店営業中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24028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📞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39496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テレアポ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高槻エリア飲食店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7店アポ獲得済み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4028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💬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8972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 DM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972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カフェ・居酒屋・専門店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8972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37店接触・アポ獲得済み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6052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📧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600200" y="4069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本社営業（チェーン）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4480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地元チェーン・ベーカリー本社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5029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複数社へアプローチ中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16052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🏛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394960" y="4069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自治体ルート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4480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高槻市・吹田市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5029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本日ご相談 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16052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🤝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9189720" y="4069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商工会議所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89720" y="4480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高槻・吹田の事業者ネットワーク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89720" y="5029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ご紹介依頼予定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🏆  すでに 9店 と契約締結済み｜50店超を把握｜複数の本社にアプローチ中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 でユーザーを獲得する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@osusowake_official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フォロワー 約100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目標 3,000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23774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公式アカウント・店舗紹介・使い方発信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 (Twitter)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2026.5 開設・運用開始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目標 1,000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365760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リアルタイム情報・地域コミュニティ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TikTok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（ローンチに合わせて公開）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コンテンツ準備中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目標 5,000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49377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高槻パン屋紹介シリーズ・店主インタビュー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📌 ローンチ後30日のフォロワー獲得が最初の勝負どころ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ローンチ前後3ヶ月の計画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2697480" cy="64008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ローンチ準備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・営業強化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・SNS立ち上げ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・自治体連携交渉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94560"/>
            <a:ext cx="2697480" cy="640080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7/1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🚀 高槻ローンチ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840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・正式リリース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・PR・SNS本格運用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・初期ユーザー獲得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94560"/>
            <a:ext cx="2697480" cy="64008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吹田展開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840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・吹田店舗開拓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・関大連携開始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・モニター運用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1945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2194560"/>
            <a:ext cx="26974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5256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北摂拡大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840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・茨木・摂津に拡大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・チェーン本社合意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・1,000ユーザー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北摂2市、同時連携へ。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0" cy="3931920"/>
          </a:xfrm>
          <a:prstGeom prst="roundRect">
            <a:avLst>
              <a:gd name="adj" fmla="val 3488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📍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起点エリア・営業ほぼ完了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7/1 ローンチ予定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ゆうひが市役所知人経由で連携交渉中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347472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5303520" cy="3931920"/>
          </a:xfrm>
          <a:prstGeom prst="roundRect">
            <a:avLst>
              <a:gd name="adj" fmla="val 3488"/>
            </a:avLst>
          </a:prstGeom>
          <a:solidFill>
            <a:srgbClr val="E8F5E5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286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📍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309360" y="3291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吹田市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関大千里山キャンパスあり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389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学生×行政連携の最適エリア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5029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FA535"/>
                </a:solidFill>
              </a:rPr>
              <a:t>藤木先生のお力をお借りしたい 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北摂2市同時連携は、単市連携の 3倍 のPRインパクト。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WHY SUITA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吹田市が「次の一手」として最適な3つの理由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914400" cy="91440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関西大学千里山キャンパスがある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26060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学生3万人 = アプリの初期ユーザー候補。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大学発スタートアップとして「ホーム」の地で動ける必然性。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3383280"/>
            <a:ext cx="96012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566160"/>
            <a:ext cx="914400" cy="91440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高槻からアクセスが良い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977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JR・阪急で15分。営業チームが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両市を1日で回れる物理的近さは戦術的に大きい。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4754880"/>
            <a:ext cx="96012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937760"/>
            <a:ext cx="914400" cy="914400"/>
          </a:xfrm>
          <a:prstGeom prst="ellipse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20240" y="4892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藤木先生のご支援をいただける可能性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5349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父・梅本淳一の関大一中時代からのご縁。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議員ルート経由なら市役所の対応速度が3倍違うと聞きます。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REQUEST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藤木先生へ、3つのお願い。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2194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吹田市役所担当者のご紹介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0312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環境部（食品ロス削減担当）／地域経済振興室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3383280"/>
            <a:ext cx="96012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5661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3566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吹田商工会議所のご紹介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0312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市内事業者様への展開を加速させたく存じます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03120" y="4754880"/>
            <a:ext cx="96012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9377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37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03120" y="4937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関西大学との連携にお力添え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03120" y="5486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学生団体・SDGsゼミとの協働可能性のご助言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GIVE BACK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先生にも、7つのお返しを。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短期：直接的な議員メリット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月次レポート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市内削減量を毎月。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議会質問・SNSで活用可。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205740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🎫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後援会先行案内枠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議員ご紹介枠を確保。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後援会へ特別案内が可能。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メディアクレジット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取材・PR時に「藤木先生の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お力添え」を必ず明示。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0" y="205740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🎤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144000" y="28346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イベント協力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SDGs・地域イベントで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アプリのデモ・登壇に協力。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長期：パートナーシップ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65376" y="45262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65376" y="4663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956816" y="5303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四半期事業報告会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02536" y="5715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先生専用の事業報告枠を設置。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継続的パートナーシップに。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45736" y="45262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4663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837176" y="5303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事業ストーリーに議員名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82896" y="5715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メディア・ピッチ資料で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「先生のご支援」を継続発信。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26096" y="45262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4663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🎖️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717536" y="5303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公式アンバサダー就任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63256" y="5715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食品ロス削減アンバサダーとして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擁立。名誉肩書きで選挙PRにも。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 / おすそわけ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7月1日のローンチ後、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初月の実績をご報告に上がります。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3716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本日はお時間をいただき、ありがとうございました。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📧 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hello.osusowake@gmail.com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4846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📷 Instagram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𝕏 X (Twitter)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📱 梅本幸汰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080-1486-0699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おすそわけ 藤木議員MTG資料（詳細版）</dc:title>
  <dc:subject>PptxGenJS Presentation</dc:subject>
  <dc:creator>梅本幸汰</dc:creator>
  <cp:lastModifiedBy>梅本幸汰</cp:lastModifiedBy>
  <cp:revision>1</cp:revision>
  <dcterms:created xsi:type="dcterms:W3CDTF">2026-05-30T05:36:40Z</dcterms:created>
  <dcterms:modified xsi:type="dcterms:W3CDTF">2026-05-30T05:36:40Z</dcterms:modified>
</cp:coreProperties>
</file>