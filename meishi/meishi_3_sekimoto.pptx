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3492000" cy="2196000"/>
  <p:notesSz cx="2196000" cy="34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1152" cy="2196000"/>
          </a:xfrm>
          <a:prstGeom prst="rect">
            <a:avLst/>
          </a:prstGeom>
          <a:solidFill>
            <a:srgbClr val="E8786C"/>
          </a:solidFill>
          <a:ln/>
        </p:spPr>
      </p:sp>
      <p:pic>
        <p:nvPicPr>
          <p:cNvPr id="3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880" y="272592"/>
            <a:ext cx="566928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6680" y="290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関本 達也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76680" y="6383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Tatsuya Sekimoto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76680" y="8578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90880" y="1223568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0880" y="1260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おすそわけ｜高槻発 食品ロス削減アプリ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0880" y="1479600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:  hello.osusowake@gmail.com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0880" y="1625904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 :  090-2041-6170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90880" y="1772208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  :  @osusowake_official    X : @Osusowake_offi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0880" y="1918512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 :  osusowakejapan.org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78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880" y="3091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食品ロスを、おすそわけに。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290880" y="67492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1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初期費用ゼロ ／ 売れた分だけ手数料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84128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kusao\OneDrive\デスクトップ\line-claude-bot\qr_app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848" y="10681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408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アプリDL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380240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C:\Users\kusao\OneDrive\デスクトップ\line-claude-bot\qr_web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960" y="10681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34520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Web版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2276352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2" descr="C:\Users\kusao\OneDrive\デスクトップ\line-claude-bot\qr_inst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072" y="106812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230632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Instagram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2026-05-27T02:08:42Z</dcterms:created>
  <dcterms:modified xsi:type="dcterms:W3CDTF">2026-05-27T02:08:42Z</dcterms:modified>
</cp:coreProperties>
</file>