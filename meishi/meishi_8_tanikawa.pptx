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谷川 碧唯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Aoi Tanikawa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080-8308-6671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