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 勇飛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Yuhi Sato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CEO / 代表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080-9579-0336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