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492000" cy="2196000"/>
  <p:notesSz cx="2196000" cy="34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1152" cy="2196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80" y="272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680" y="290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梅本 幸汰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76680" y="638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Kota Umemoto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76680" y="857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COO / 副代表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0880" y="1223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0880" y="1260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0880" y="1479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0880" y="1625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080-1486-0699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90880" y="1772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0880" y="1918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78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880" y="3091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食品ロスを、おすそわけに。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290880" y="6749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1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初期費用ゼロ ／ 売れた分だけ手数料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84128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kusao\OneDrive\デスクトップ\line-claude-bot\qr_app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848" y="1068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408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アプリDL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380240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C:\Users\kusao\OneDrive\デスクトップ\line-claude-bot\qr_web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960" y="10681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4520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Web版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2276352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2" descr="C:\Users\kusao\OneDrive\デスクトップ\line-claude-bot\qr_inst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072" y="106812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30632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Instagram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2026-05-27T02:08:42Z</dcterms:created>
  <dcterms:modified xsi:type="dcterms:W3CDTF">2026-05-27T02:08:42Z</dcterms:modified>
</cp:coreProperties>
</file>