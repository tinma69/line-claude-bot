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1152" cy="2196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80" y="272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680" y="290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今井 蒼空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76680" y="638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Sora Imai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76680" y="857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90880" y="1223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0880" y="1260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おすそわけ｜高槻発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290880" y="1479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0880" y="1625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080-5737-0249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90880" y="1772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0880" y="1918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880" y="309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290880" y="674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84128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48" y="1068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408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380240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60" y="1068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4520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276352" y="1022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072" y="1068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30632" y="1790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2026-05-27T02:08:42Z</dcterms:created>
  <dcterms:modified xsi:type="dcterms:W3CDTF">2026-05-27T02:08:42Z</dcterms:modified>
</cp:coreProperties>
</file>