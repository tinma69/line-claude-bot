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高槻で、もう動いています。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0312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提携契約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15店 締結済み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ベーカリー・カフェ・スイーツ・飲食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🏪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高槻エリア把握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35店超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営業中・契約交渉中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📧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本社アプローチ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18社 打診済み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0312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地元チェーン本社含む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正式リリース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7月1日(水)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Store審査通過済み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2026-05-30T06:40:17Z</dcterms:created>
  <dcterms:modified xsi:type="dcterms:W3CDTF">2026-05-30T06:40:17Z</dcterms:modified>
</cp:coreProperties>
</file>