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3276000" cy="1980000"/>
  <p:notesSz cx="1980000" cy="32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佐藤 勇飛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Yuhi Sato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CEO / 代表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080-9579-0336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梅本 幸汰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Kota Umemoto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COO / 副代表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080-1486-0699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関本 達也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Tatsuya Sekimoto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090-2041-6170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今井 蒼空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Sora Imai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080-5737-0249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竹倉 己博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Kihiro Takekura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080-8328-8015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吉澤 駿佑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Shunsuke Yoshizawa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080-8692-5354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岡本 悠希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Yuki Okamoto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090-2948-4839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1980000"/>
          </a:xfrm>
          <a:prstGeom prst="rect">
            <a:avLst/>
          </a:prstGeom>
          <a:solidFill>
            <a:srgbClr val="E8786C"/>
          </a:solidFill>
          <a:ln/>
        </p:spPr>
      </p:sp>
      <p:pic>
        <p:nvPicPr>
          <p:cNvPr id="3" name="Image 0" descr="C:\Users\kusao\OneDrive\画像\logo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566928" cy="484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82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谷川 碧唯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68680" y="53035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Aoi Tanikawa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68680" y="749808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86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182880" y="1115568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15214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FA5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おすそわけ｜関西大学発 食品ロス削減アプリ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2880" y="1371600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:  hello.osusowake@gmail.com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2880" y="1517904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 :  080-8308-6671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82880" y="1664208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IG   :  @osusowake_official    X : @Osusowake_offi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82880" y="1810512"/>
            <a:ext cx="2971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B2B2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 :  osusowakejapan.org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78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201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食品ロスを、おすそわけに。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82880" y="5669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1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初期費用ゼロ ／ 売れた分だけ手数料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76128" y="914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kusao\OneDrive\デスクトップ\line-claude-bot\qr_app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848" y="960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0408" y="1682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アプリDL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272240" y="914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C:\Users\kusao\OneDrive\デスクトップ\line-claude-bot\qr_web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60" y="960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6520" y="1682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Web版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168352" y="9144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2" descr="C:\Users\kusao\OneDrive\デスクトップ\line-claude-bot\qr_inst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072" y="9601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122632" y="1682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Instagram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おすそわけ 名刺</dc:title>
  <dc:subject>PptxGenJS Presentation</dc:subject>
  <dc:creator>PptxGenJS</dc:creator>
  <cp:lastModifiedBy>PptxGenJS</cp:lastModifiedBy>
  <cp:revision>1</cp:revision>
  <dcterms:created xsi:type="dcterms:W3CDTF">2026-05-23T11:15:12Z</dcterms:created>
  <dcterms:modified xsi:type="dcterms:W3CDTF">2026-05-23T11:15:12Z</dcterms:modified>
</cp:coreProperties>
</file>