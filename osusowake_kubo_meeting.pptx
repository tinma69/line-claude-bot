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FA535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64008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686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高槻発 食品ロス削減アプリ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192024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</a:t>
            </a:r>
            <a:endParaRPr lang="en-US" sz="92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206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食品ロス削減と、高槻の地域活性化を。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640080" cy="64008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日本の食品ロス、年間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464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6949440" y="3200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万トン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48640" y="5303520"/>
            <a:ext cx="10972800" cy="54864"/>
          </a:xfrm>
          <a:prstGeom prst="rect">
            <a:avLst/>
          </a:prstGeom>
          <a:solidFill>
            <a:srgbClr val="E8786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国民1人あたり、お茶碗1杯分（約102g）の食品を毎日捨てている計算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出典：環境省・農林水産省（令和5年度推計）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640080" cy="64008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高槻市の場合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931920"/>
          </a:xfrm>
          <a:prstGeom prst="roundRect">
            <a:avLst>
              <a:gd name="adj" fmla="val 3488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774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3A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高槻市民 一人あたりの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B3A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家庭系食品ロス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 21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kg/年</a:t>
            </a:r>
            <a:endParaRPr lang="en-US" sz="88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94960" cy="3931920"/>
          </a:xfrm>
          <a:prstGeom prst="roundRect">
            <a:avLst>
              <a:gd name="adj" fmla="val 3488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3774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食品ロスを「問題」と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認知している市民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33832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81.1</a:t>
            </a:r>
            <a:pPr algn="ctr" indent="0" marL="0">
              <a:buNone/>
            </a:pPr>
            <a:r>
              <a:rPr lang="en-US" sz="3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%</a:t>
            </a:r>
            <a:endParaRPr lang="en-US" sz="8800" dirty="0"/>
          </a:p>
        </p:txBody>
      </p:sp>
      <p:sp>
        <p:nvSpPr>
          <p:cNvPr id="10" name="Text 8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出典：高槻市 令和7年度 第2回 廃棄物減量等推進審議会（一般廃棄物処理基本計画 素案／消費生活意識調査）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48" y="11887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9184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私たちはこの課題を
</a:t>
            </a:r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「おすそわけ」</a:t>
            </a:r>
            <a:pPr algn="ctr" indent="0" marL="0">
              <a:lnSpc>
                <a:spcPct val="120000"/>
              </a:lnSpc>
              <a:buNone/>
            </a:pP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アプリを使って解決します。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640080" cy="64008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実際の流れ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🏪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お店が出品する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売れ残りそうな商品を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アプリで出品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38912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🛒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38912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お客様が購入する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特別価格でアプリから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簡単に購入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22960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🥖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22960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受け取る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1248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指定時間にお店へ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ピックアップ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640080" cy="64008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料金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640080"/>
          </a:xfrm>
          <a:prstGeom prst="rect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834640" y="2697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初期費用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834640" y="37490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月額固定費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25%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834640" y="4800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売れた分の手数料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9496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878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828800"/>
            <a:ext cx="5394960" cy="640080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8288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834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869680" y="2834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アプリのダウンロード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4206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5%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869680" y="42062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購入時の手数料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612648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Stripe決済（業界最高水準のセキュリティ）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640080" cy="64008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三方良しの構造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E878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3566160" cy="640080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🏪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廃棄ロス削減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新規顧客獲得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ブランド向上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194560"/>
            <a:ext cx="3566160" cy="640080"/>
          </a:xfrm>
          <a:prstGeom prst="rect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👤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4572000" y="45720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お得に購入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食品ロス削減に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参加できる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194560"/>
            <a:ext cx="35661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経済・環境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🌍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8412480" y="45720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CO2削減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地域経済活性化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SDGs達成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640080" cy="64008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現在の状況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🤝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加盟店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すでに複数店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登録済み。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0420" y="17830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0420" y="1920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🏪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9758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高槻エリア開拓中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9758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市内店舗を一軒ずつ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訪問・交渉中。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920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📧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地元チェーン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高槻の企業へも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連携を提案中。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83980" y="17830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3980" y="1920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📱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12114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SNS・発信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2114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@osusowake_official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 @Osusowake_offi で発信。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高槻出身の大学生 </a:t>
            </a:r>
            <a:pPr algn="ctr" indent="0" marL="0">
              <a:buNone/>
            </a:pPr>
            <a:r>
              <a:rPr lang="en-US" sz="44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8人</a:t>
            </a:r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のチーム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640080" cy="64008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今後の予定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E878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3566160" cy="640080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加盟店・認知の強化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・店舗への訪問・登録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・地元チェーンへ提案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・行政との連携協議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・SNSで加盟店紹介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・地域への告知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・利用者の事前獲得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194560"/>
            <a:ext cx="3566160" cy="640080"/>
          </a:xfrm>
          <a:prstGeom prst="rect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7/1〜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97680" y="3017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🚀 出品開始・運用改善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8404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・サービス開始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・運用で出る不具合や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トラブルに対応・改善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・利用者/店舗の声を反映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・サービスを安定させる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94560"/>
            <a:ext cx="35661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0" y="3017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北摂に拡大・法人化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8404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・茨木・吹田・摂津へ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・加盟店の拡大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・他自治体との連携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・法人化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640080" cy="64008"/>
          </a:xfrm>
          <a:prstGeom prst="rect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具体的な高槻市への貢献内容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21488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市の食品ロス削減目標に直接貢献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0" y="2560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市民一人あたりの食品ロス削減に直結。アプリ利用が「具体的な取り組み」として市民の行動を可視化・後押しします。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2044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🏪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35204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高槻市の飲食店・家庭の両方に貢献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28800" y="3931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お店の廃棄ロスを直接減らし、市民がお得に買い支える。市内の事業者と家庭、両方の食品ロス削減に同時に効きます。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89204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828800" y="4892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市のSDGs・地域活性の先進事例として発信できます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28800" y="5303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地元発の学生スタートアップ×高槻市の連携を、市の広報・議会でご活用いただけます。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640080" cy="64008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久保先生へ、お願いしたいこと。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97280" cy="1097280"/>
          </a:xfrm>
          <a:prstGeom prst="ellipse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219456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高槻市役所 担当部署のご紹介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03120" y="27889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資源循環推進課（食品ロス削減担当）など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3383280"/>
            <a:ext cx="950976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566160"/>
            <a:ext cx="1097280" cy="1097280"/>
          </a:xfrm>
          <a:prstGeom prst="ellipse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66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03120" y="356616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市の計画・議会での後押し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03120" y="41605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策定中の食品ロス計画に、地元発の選択肢として言及いただけますと幸いです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4754880"/>
            <a:ext cx="950976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937760"/>
            <a:ext cx="1097280" cy="1097280"/>
          </a:xfrm>
          <a:prstGeom prst="ellipse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37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103120" y="493776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高槻商工会議所のご紹介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103120" y="55321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市内の事業者様への加盟店拡大を加速させたく存じます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地元・高槻から、食品ロスのない街へ。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1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本日はお時間をいただき、ありがとうございました。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10698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お問い合わせ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📧 Email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hello.osusowake@gmail.com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🌐 Web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3816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osusowakejapan.org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📷 Instagram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4754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@osusowake_official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𝕏 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4754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@Osusowake_offi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おすそわけ 久保先生 面談資料</dc:title>
  <dc:subject>PptxGenJS Presentation</dc:subject>
  <dc:creator>梅本幸汰</dc:creator>
  <cp:lastModifiedBy>梅本幸汰</cp:lastModifiedBy>
  <cp:revision>1</cp:revision>
  <dcterms:created xsi:type="dcterms:W3CDTF">2026-06-01T17:38:28Z</dcterms:created>
  <dcterms:modified xsi:type="dcterms:W3CDTF">2026-06-01T17:38:28Z</dcterms:modified>
</cp:coreProperties>
</file>