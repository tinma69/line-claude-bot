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3492000" cy="2196000"/>
  <p:notesSz cx="2196000" cy="34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佐藤 勇飛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Yuhi Sato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CEO / 代表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080-9579-0336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梅本 幸汰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Kota Umemoto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COO / 副代表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080-1486-0699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関本 達也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Tatsuya Sekimoto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090-2041-6170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今井 蒼空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Sora Imai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080-5737-0249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竹倉 己博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Kihiro Takekura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080-8328-8015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吉澤 駿佑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Shunsuke Yoshizawa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080-8692-5354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岡本 悠希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Yuki Okamoto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090-2948-4839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谷川 碧唯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Aoi Tanikawa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080-8308-6671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880" y="309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食品ロスを、おすそわけに。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290880" y="6749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1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初期費用ゼロ ／ 売れた分だけ手数料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84128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kusao\OneDrive\デスクトップ\line-claude-bot\qr_app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48" y="1068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408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アプリDL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380240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C:\Users\kusao\OneDrive\デスクトップ\line-claude-bot\qr_web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960" y="10681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4520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Web版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276352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C:\Users\kusao\OneDrive\デスクトップ\line-claude-bot\qr_inst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072" y="106812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30632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Instagram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2026-05-23T23:59:33Z</dcterms:created>
  <dcterms:modified xsi:type="dcterms:W3CDTF">2026-05-23T23:59:33Z</dcterms:modified>
</cp:coreProperties>
</file>